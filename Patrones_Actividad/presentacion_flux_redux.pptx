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4360"/>
            <a:ext cx="1417320" cy="384048"/>
          </a:xfrm>
          <a:prstGeom prst="round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SEMANA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FLUX / REDUX</a:t>
            </a:r>
          </a:p>
          <a:p>
            <a:pPr>
              <a:defRPr sz="2500">
                <a:solidFill>
                  <a:srgbClr val="41C4FF"/>
                </a:solidFill>
              </a:defRPr>
            </a:pPr>
            <a:r>
              <a:t>Estado predecible, flujo claro.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Patrones de diseño · Aula Invertida</a:t>
            </a:r>
          </a:p>
          <a:p>
            <a:pPr>
              <a:defRPr sz="1400">
                <a:solidFill>
                  <a:srgbClr val="BFCFE5"/>
                </a:solidFill>
              </a:defRPr>
            </a:pPr>
            <a:r>
              <a:t>ISW-521 · Presentación para 2 integrantes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069080"/>
            <a:ext cx="1097280" cy="658368"/>
          </a:xfrm>
          <a:prstGeom prst="roundRect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30768" y="4251960"/>
            <a:ext cx="228600" cy="256032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41080" y="4069080"/>
            <a:ext cx="1097280" cy="658368"/>
          </a:xfrm>
          <a:prstGeom prst="round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56648" y="4251960"/>
            <a:ext cx="228600" cy="256032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0" y="4069080"/>
            <a:ext cx="1097280" cy="658368"/>
          </a:xfrm>
          <a:prstGeom prst="round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¿Por qué necesitamos Flux o Redux?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3474720"/>
          </a:xfrm>
          <a:prstGeom prst="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Estado compartido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13432"/>
            <a:ext cx="283463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Varias pantallas o componentes necesitan leer y modificar los mismos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600200"/>
            <a:ext cx="73152" cy="3474720"/>
          </a:xfrm>
          <a:prstGeom prst="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Cambios difíciles de seguir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283463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Cuando cada parte modifica datos por su cuenta, aparecen errores y comportamientos inesperados.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600200"/>
            <a:ext cx="73152" cy="3474720"/>
          </a:xfrm>
          <a:prstGeom prst="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8013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Una ruta definida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313432"/>
            <a:ext cx="283463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Flux y Redux organizan los cambios mediante un flujo de datos en una sola dirección.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5532120"/>
            <a:ext cx="3840480" cy="384048"/>
          </a:xfrm>
          <a:prstGeom prst="roundRect">
            <a:avLst/>
          </a:prstGeom>
          <a:solidFill>
            <a:srgbClr val="0C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OBJETIVO: ESTADO PREDECIBLE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Flux: una arquitectura de flujo unidireccional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3A"/>
                </a:solidFill>
              </a:defRPr>
            </a:pPr>
            <a:r>
              <a:t>Organiza cómo viajan los datos dentro de la aplicación.</a:t>
            </a:r>
          </a:p>
          <a:p>
            <a:pPr>
              <a:spcAft>
                <a:spcPts val="1200"/>
              </a:spcAft>
              <a:defRPr sz="1800">
                <a:solidFill>
                  <a:srgbClr val="222B3A"/>
                </a:solidFill>
              </a:defRPr>
            </a:pPr>
            <a:r>
              <a:t>Los cambios siguen un recorrido definido en lugar de ocurrir en cualquier lugar.</a:t>
            </a:r>
          </a:p>
          <a:p>
            <a:pPr>
              <a:spcAft>
                <a:spcPts val="1200"/>
              </a:spcAft>
              <a:defRPr sz="1800">
                <a:solidFill>
                  <a:srgbClr val="222B3A"/>
                </a:solidFill>
              </a:defRPr>
            </a:pPr>
            <a:r>
              <a:t>La interfaz se actualiza después de que el estado cambia.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002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1600200"/>
            <a:ext cx="73152" cy="731520"/>
          </a:xfrm>
          <a:prstGeom prst="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80136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313432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Describe qué ocurrió.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5146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2514600"/>
            <a:ext cx="73152" cy="731520"/>
          </a:xfrm>
          <a:prstGeom prst="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271576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DISPATCHER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3227832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Distribuye la acción.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4290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3429000"/>
            <a:ext cx="73152" cy="731520"/>
          </a:xfrm>
          <a:prstGeom prst="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363016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42232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Guarda y actualiza datos.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3434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4343400"/>
            <a:ext cx="73152" cy="731520"/>
          </a:xfrm>
          <a:prstGeom prst="rect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2" y="454456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5056632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Muestra el estado.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1C4FF"/>
                </a:solidFill>
              </a:defRPr>
            </a:pPr>
            <a:r>
              <a:t>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Así viajan los datos en Flux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828800" cy="1005840"/>
          </a:xfrm>
          <a:prstGeom prst="roundRect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377440"/>
            <a:ext cx="1828800" cy="1005840"/>
          </a:xfrm>
          <a:prstGeom prst="round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377440"/>
            <a:ext cx="1828800" cy="1005840"/>
          </a:xfrm>
          <a:prstGeom prst="round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DISPATCHER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377440"/>
            <a:ext cx="1828800" cy="1005840"/>
          </a:xfrm>
          <a:prstGeom prst="round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2679192"/>
            <a:ext cx="36576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846320" y="2679192"/>
            <a:ext cx="36576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589520" y="2679192"/>
            <a:ext cx="36576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406908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Una dirección → menos confusión → cambios más fáciles de rastrear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REDUX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Redux: las ideas de Flux llevadas a una biblioteca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3566160"/>
          </a:xfrm>
          <a:prstGeom prst="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¿Qué hace?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13432"/>
            <a:ext cx="4709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Centraliza el estado global de la aplicación en un Store y hace que los cambios se realicen mediante acciones controladas.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3566160"/>
          </a:xfrm>
          <a:prstGeom prst="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Redux moderno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709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Redux Toolkit es la forma recomendada de escribir lógica Redux porque simplifica la configuración y reduce código repetitivo.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5532120"/>
            <a:ext cx="4251960" cy="384048"/>
          </a:xfrm>
          <a:prstGeom prst="round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 ES EXCLUSIVO DE REACT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CONCEPTOS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Las piezas principales de Redux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920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67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2148840"/>
            <a:ext cx="640080" cy="640080"/>
          </a:xfrm>
          <a:prstGeom prst="ellipse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03D"/>
                </a:solidFill>
              </a:defRPr>
            </a:pPr>
            <a:r>
              <a:t>STORE</a:t>
            </a:r>
          </a:p>
          <a:p>
            <a:pPr algn="ctr">
              <a:defRPr sz="1200">
                <a:solidFill>
                  <a:srgbClr val="677489"/>
                </a:solidFill>
              </a:defRPr>
            </a:pPr>
            <a:r>
              <a:t>Estado global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74519"/>
            <a:ext cx="1920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71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66160" y="2148840"/>
            <a:ext cx="640080" cy="64008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9260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03D"/>
                </a:solidFill>
              </a:defRPr>
            </a:pPr>
            <a:r>
              <a:t>ACTION</a:t>
            </a:r>
          </a:p>
          <a:p>
            <a:pPr algn="ctr">
              <a:defRPr sz="1200">
                <a:solidFill>
                  <a:srgbClr val="677489"/>
                </a:solidFill>
              </a:defRPr>
            </a:pPr>
            <a:r>
              <a:t>Qué ocurrió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874519"/>
            <a:ext cx="1920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41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0" y="2148840"/>
            <a:ext cx="640080" cy="6400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9260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03D"/>
                </a:solidFill>
              </a:defRPr>
            </a:pPr>
            <a:r>
              <a:t>DISPATCH</a:t>
            </a:r>
          </a:p>
          <a:p>
            <a:pPr algn="ctr">
              <a:defRPr sz="1200">
                <a:solidFill>
                  <a:srgbClr val="677489"/>
                </a:solidFill>
              </a:defRPr>
            </a:pPr>
            <a:r>
              <a:t>Envía la acción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74519"/>
            <a:ext cx="1920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5A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38159" y="2148840"/>
            <a:ext cx="640080" cy="640080"/>
          </a:xfrm>
          <a:prstGeom prst="ellipse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9260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03D"/>
                </a:solidFill>
              </a:defRPr>
            </a:pPr>
            <a:r>
              <a:t>REDUCER</a:t>
            </a:r>
          </a:p>
          <a:p>
            <a:pPr algn="ctr">
              <a:defRPr sz="1200">
                <a:solidFill>
                  <a:srgbClr val="677489"/>
                </a:solidFill>
              </a:defRPr>
            </a:pPr>
            <a:r>
              <a:t>Calcula el cambio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874519"/>
            <a:ext cx="1920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F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4159" y="2148840"/>
            <a:ext cx="640080" cy="640080"/>
          </a:xfrm>
          <a:prstGeom prst="ellipse">
            <a:avLst/>
          </a:prstGeom>
          <a:solidFill>
            <a:srgbClr val="EF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9260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03D"/>
                </a:solidFill>
              </a:defRPr>
            </a:pPr>
            <a:r>
              <a:t>SELECTOR</a:t>
            </a:r>
          </a:p>
          <a:p>
            <a:pPr algn="ctr">
              <a:defRPr sz="1200">
                <a:solidFill>
                  <a:srgbClr val="677489"/>
                </a:solidFill>
              </a:defRPr>
            </a:pPr>
            <a:r>
              <a:t>Lee el estado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5074920"/>
            <a:ext cx="4754880" cy="384048"/>
          </a:xfrm>
          <a:prstGeom prst="roundRect">
            <a:avLst/>
          </a:prstGeom>
          <a:solidFill>
            <a:srgbClr val="0C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FLUJO UNIDIRECCIONAL Y PREDECIBLE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Ejemplo práctico: un contador con Redux Toolkit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6812280" cy="4480560"/>
          </a:xfrm>
          <a:prstGeom prst="roundRect">
            <a:avLst/>
          </a:prstGeom>
          <a:solidFill>
            <a:srgbClr val="1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63093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const counterSlice = createSlice({</a:t>
            </a:r>
            <a:br/>
            <a:r>
              <a:t>  name: 'counter',</a:t>
            </a:r>
            <a:br/>
            <a:r>
              <a:t>  initialState: { value: 0 },</a:t>
            </a:r>
            <a:br/>
            <a:r>
              <a:t>  reducers: {</a:t>
            </a:r>
            <a:br/>
            <a:r>
              <a:t>    increment: (state) =&gt; {</a:t>
            </a:r>
            <a:br/>
            <a:r>
              <a:t>      state.value += 1</a:t>
            </a:r>
            <a:br/>
            <a:r>
              <a:t>    },</a:t>
            </a:r>
            <a:br/>
            <a:r>
              <a:t>    decrement: (state) =&gt; {</a:t>
            </a:r>
            <a:br/>
            <a:r>
              <a:t>      state.value -= 1</a:t>
            </a:r>
            <a:br/>
            <a:r>
              <a:t>    }</a:t>
            </a:r>
            <a:br/>
            <a:r>
              <a:t>  }</a:t>
            </a:r>
            <a:br/>
            <a: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002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0" y="1600200"/>
            <a:ext cx="73152" cy="1143000"/>
          </a:xfrm>
          <a:prstGeom prst="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9871" y="18013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initialState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1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El contador comienza en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9260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2926080"/>
            <a:ext cx="73152" cy="1143000"/>
          </a:xfrm>
          <a:prstGeom prst="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312724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increment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3639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Aumenta el valor en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2519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4251960"/>
            <a:ext cx="73152" cy="1143000"/>
          </a:xfrm>
          <a:prstGeom prst="rect">
            <a:avLst/>
          </a:prstGeom>
          <a:solidFill>
            <a:srgbClr val="DE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445312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decrement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4965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Disminuye el valor en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DEMOSTRACIÓN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¿Qué pasa cuando el usuario presiona +1?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874519"/>
            <a:ext cx="685800" cy="685800"/>
          </a:xfrm>
          <a:prstGeom prst="ellipse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Clic en +1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9112" y="2084831"/>
            <a:ext cx="320040" cy="274320"/>
          </a:xfrm>
          <a:prstGeom prst="rightArrow">
            <a:avLst/>
          </a:prstGeom>
          <a:solidFill>
            <a:srgbClr val="67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26080" y="1874519"/>
            <a:ext cx="685800" cy="68580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dispatch(increment())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59352" y="2084831"/>
            <a:ext cx="320040" cy="274320"/>
          </a:xfrm>
          <a:prstGeom prst="rightArrow">
            <a:avLst/>
          </a:prstGeom>
          <a:solidFill>
            <a:srgbClr val="67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46320" y="1874519"/>
            <a:ext cx="685800" cy="68580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Redux recibe la acción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79592" y="2084831"/>
            <a:ext cx="320040" cy="274320"/>
          </a:xfrm>
          <a:prstGeom prst="rightArrow">
            <a:avLst/>
          </a:prstGeom>
          <a:solidFill>
            <a:srgbClr val="67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66560" y="1874519"/>
            <a:ext cx="685800" cy="685800"/>
          </a:xfrm>
          <a:prstGeom prst="ellipse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Reducer cambia el estado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99832" y="2084831"/>
            <a:ext cx="320040" cy="274320"/>
          </a:xfrm>
          <a:prstGeom prst="rightArrow">
            <a:avLst/>
          </a:prstGeom>
          <a:solidFill>
            <a:srgbClr val="67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0" y="1874519"/>
            <a:ext cx="685800" cy="685800"/>
          </a:xfrm>
          <a:prstGeom prst="ellipse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Store guarda el valor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20072" y="2084831"/>
            <a:ext cx="320040" cy="274320"/>
          </a:xfrm>
          <a:prstGeom prst="rightArrow">
            <a:avLst/>
          </a:prstGeom>
          <a:solidFill>
            <a:srgbClr val="67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07040" y="1874519"/>
            <a:ext cx="685800" cy="68580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788920"/>
            <a:ext cx="1691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B3A"/>
                </a:solidFill>
              </a:defRPr>
            </a:pPr>
            <a:r>
              <a:t>La interfaz se actualiza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937760"/>
            <a:ext cx="4023360" cy="384048"/>
          </a:xfrm>
          <a:prstGeom prst="roundRect">
            <a:avLst/>
          </a:prstGeom>
          <a:solidFill>
            <a:srgbClr val="0C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EL CAMBIO SE PUEDE RASTREAR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Ventajas y límites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4069080"/>
          </a:xfrm>
          <a:prstGeom prst="rect">
            <a:avLst/>
          </a:prstGeom>
          <a:solidFill>
            <a:srgbClr val="25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13432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✓ Estado centralizado</a:t>
            </a:r>
            <a:br/>
            <a:br/>
            <a:r>
              <a:t>✓ Cambios predecibles</a:t>
            </a:r>
            <a:br/>
            <a:br/>
            <a:r>
              <a:t>✓ Facilita la depuración</a:t>
            </a:r>
            <a:br/>
            <a:br/>
            <a:r>
              <a:t>✓ Útil cuando muchos componentes comparten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4069080"/>
          </a:xfrm>
          <a:prstGeom prst="rect">
            <a:avLst/>
          </a:prstGeom>
          <a:solidFill>
            <a:srgbClr val="DE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Desventajas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• Agrega conceptos y estructura</a:t>
            </a:r>
            <a:br/>
            <a:br/>
            <a:r>
              <a:t>• Puede ser demasiado para una aplicación pequeña</a:t>
            </a:r>
            <a:br/>
            <a:br/>
            <a:r>
              <a:t>• Requiere organizar correctamente el estado y las acciones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489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75E6"/>
                </a:solidFill>
              </a:defRPr>
            </a:pPr>
            <a:r>
              <a:t>COMPARACIÓN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203D"/>
                </a:solidFill>
              </a:defRPr>
            </a:pPr>
            <a:r>
              <a:t>Flux vs. Redux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4023360"/>
          </a:xfrm>
          <a:prstGeom prst="rect">
            <a:avLst/>
          </a:prstGeom>
          <a:solidFill>
            <a:srgbClr val="36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13432"/>
            <a:ext cx="47091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Arquitectura / patrón</a:t>
            </a:r>
            <a:br/>
            <a:br/>
            <a:r>
              <a:t>Puede manejar varios Stores</a:t>
            </a:r>
            <a:br/>
            <a:br/>
            <a:r>
              <a:t>Incluye un Dispatcher explícito</a:t>
            </a:r>
            <a:br/>
            <a:br/>
            <a:r>
              <a:t>Define la idea del flujo unidireccional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4023360"/>
          </a:xfrm>
          <a:prstGeom prst="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0136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03D"/>
                </a:solidFill>
              </a:defRPr>
            </a:pPr>
            <a:r>
              <a:t>REDUX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7091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B3A"/>
                </a:solidFill>
              </a:defRPr>
            </a:pPr>
            <a:r>
              <a:t>Biblioteca inspirada en Flux</a:t>
            </a:r>
            <a:br/>
            <a:br/>
            <a:r>
              <a:t>Normalmente utiliza un Store global</a:t>
            </a:r>
            <a:br/>
            <a:br/>
            <a:r>
              <a:t>Usa dispatch() y reducers</a:t>
            </a:r>
            <a:br/>
            <a:br/>
            <a:r>
              <a:t>Simplifica el manejo del estado 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41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715000"/>
            <a:ext cx="1645920" cy="1645920"/>
          </a:xfrm>
          <a:prstGeom prst="ellipse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1C4FF"/>
                </a:solidFill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La idea que debemos recordar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1C4FF"/>
                </a:solidFill>
              </a:defRPr>
            </a:pPr>
            <a:r>
              <a:t>Flux organiza el camino.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Redux organiza el estado.</a:t>
            </a:r>
          </a:p>
          <a:p>
            <a:pPr algn="ctr">
              <a:spcBef>
                <a:spcPts val="2200"/>
              </a:spcBef>
              <a:defRPr sz="1900">
                <a:solidFill>
                  <a:srgbClr val="C4D4E9"/>
                </a:solidFill>
              </a:defRPr>
            </a:pPr>
            <a:r>
              <a:t>Ambos buscan que los cambios sean claros y predecibles.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892040"/>
            <a:ext cx="2926080" cy="384048"/>
          </a:xfrm>
          <a:prstGeom prst="roundRect">
            <a:avLst/>
          </a:prstGeom>
          <a:solidFill>
            <a:srgbClr val="71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568</Words>
  <Application>Microsoft Office PowerPoint</Application>
  <PresentationFormat>Panorámica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daniela rodriguez</dc:creator>
  <cp:keywords/>
  <dc:description>generated using python-pptx</dc:description>
  <cp:lastModifiedBy>daniela rodriguez</cp:lastModifiedBy>
  <cp:revision>2</cp:revision>
  <dcterms:created xsi:type="dcterms:W3CDTF">2013-01-27T09:14:16Z</dcterms:created>
  <dcterms:modified xsi:type="dcterms:W3CDTF">2026-08-25T19:57:49Z</dcterms:modified>
  <cp:category/>
</cp:coreProperties>
</file>